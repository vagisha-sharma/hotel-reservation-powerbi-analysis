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mpact" charset="1" panose="020B0806030902050204"/>
      <p:regular r:id="rId18"/>
    </p:embeddedFont>
    <p:embeddedFont>
      <p:font typeface="Poppins" charset="1" panose="00000500000000000000"/>
      <p:regular r:id="rId19"/>
    </p:embeddedFont>
    <p:embeddedFont>
      <p:font typeface="Poppins Italics" charset="1" panose="00000500000000000000"/>
      <p:regular r:id="rId20"/>
    </p:embeddedFont>
    <p:embeddedFont>
      <p:font typeface="Anton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5838" y="2880752"/>
            <a:ext cx="14319257" cy="331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HOTEL RESERVATION DATA ANALYSIS USING POWER BI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48186" y="6459596"/>
            <a:ext cx="9394562" cy="60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- VAGISHA SHARMA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7079" y="1600342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4078" y="895350"/>
            <a:ext cx="6640906" cy="161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CONTENTS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0253" y="2901845"/>
            <a:ext cx="12750110" cy="635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INTRODUCTION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Dataset Overview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Sales &amp; Revenue Performance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Customer &amp; Booking Behavior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Operational Efficiency &amp; Occupancy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Cancellation Analysis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Time-Based Trends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Customer Demographics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345" y="102870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84918" y="4254643"/>
            <a:ext cx="10469551" cy="424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analyze hotel reservation data using Power BI.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understand booking patterns.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study revenue trends.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analyze customer behavior.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identify cancellation patterns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4918" y="904875"/>
            <a:ext cx="6640906" cy="16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84918" y="3041715"/>
            <a:ext cx="5817821" cy="71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PROJECT 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3425" y="2695627"/>
            <a:ext cx="10445016" cy="587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Contains :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Booking ID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Number of Adults and Children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Weekend &amp; Week Nights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Room Type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Segment (Online / Offline)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Time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Arrival Date (Year, Month, Date)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Booking Status (Canceled / Not Canceled)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Price per Room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04783" y="969002"/>
            <a:ext cx="11278434" cy="16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DATASET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8177" y="3381503"/>
            <a:ext cx="10445016" cy="587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Revenue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Daily Rate (ADR)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by Room Type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by Market Segment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 Revenue Trend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changes month by month.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Some room types generate more revenue.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Online bookings contribute a large share.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0527" y="904875"/>
            <a:ext cx="15066946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SALES &amp; REVENUE PERFORMANCE OVERVIEW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1853" y="2089310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1623060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CUSTOMER &amp; BOOKING BEHAVIOR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8177" y="3381503"/>
            <a:ext cx="10445016" cy="587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Lead Time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Length of Stay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 Rate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Booking Source Distribution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Repeat vs New Guests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 bookings are made online.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 guests stay for short durations.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time affects cancellation rate.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917609" y="578077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1245" y="904875"/>
            <a:ext cx="1623060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OPERATIONAL EFFICIENCY &amp; OCCUPANCY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502228" y="523318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2"/>
                </a:lnTo>
                <a:lnTo>
                  <a:pt x="0" y="805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50736" y="3908425"/>
            <a:ext cx="12620537" cy="457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Room Nights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Stay Duration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Weekend vs Weekday Stays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Room Type Utilization</a:t>
            </a:r>
          </a:p>
          <a:p>
            <a:pPr algn="just">
              <a:lnSpc>
                <a:spcPts val="3619"/>
              </a:lnSpc>
            </a:pPr>
          </a:p>
          <a:p>
            <a:pPr algn="just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months show higher occupancy.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Weekend stays are slightly higher.</a:t>
            </a:r>
          </a:p>
          <a:p>
            <a:pPr algn="just" marL="558204" indent="-27910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ertain room types are more popular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6530" y="-40576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2319" y="636195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22163" y="1263543"/>
            <a:ext cx="8172675" cy="7759914"/>
          </a:xfrm>
          <a:custGeom>
            <a:avLst/>
            <a:gdLst/>
            <a:ahLst/>
            <a:cxnLst/>
            <a:rect r="r" b="b" t="t" l="l"/>
            <a:pathLst>
              <a:path h="7759914" w="8172675">
                <a:moveTo>
                  <a:pt x="0" y="0"/>
                </a:moveTo>
                <a:lnTo>
                  <a:pt x="8172675" y="0"/>
                </a:lnTo>
                <a:lnTo>
                  <a:pt x="8172675" y="7759914"/>
                </a:lnTo>
                <a:lnTo>
                  <a:pt x="0" y="7759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22319" y="3952875"/>
            <a:ext cx="10930658" cy="496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Cancellations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 Percentage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Loss due to Cancellations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 by Lead Time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Longer lead time bookings cancel more often.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Cancellations reduce overall revenue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2714" y="987425"/>
            <a:ext cx="15986586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CANCELLATION BEHAVIOR &amp; REVENUE IMPACT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7382" y="636471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57650" y="-34720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69259" y="1877641"/>
            <a:ext cx="11635266" cy="10662135"/>
          </a:xfrm>
          <a:custGeom>
            <a:avLst/>
            <a:gdLst/>
            <a:ahLst/>
            <a:cxnLst/>
            <a:rect r="r" b="b" t="t" l="l"/>
            <a:pathLst>
              <a:path h="10662135" w="11635266">
                <a:moveTo>
                  <a:pt x="0" y="0"/>
                </a:moveTo>
                <a:lnTo>
                  <a:pt x="11635266" y="0"/>
                </a:lnTo>
                <a:lnTo>
                  <a:pt x="11635266" y="10662134"/>
                </a:lnTo>
                <a:lnTo>
                  <a:pt x="0" y="10662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02733" y="3952875"/>
            <a:ext cx="8995887" cy="434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 Booking Trend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Year Comparison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Seasonal Patterns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Some months have more bookings.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Revenue follows seasonal demand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2714" y="987425"/>
            <a:ext cx="15986586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TIME-BASED BOOKING &amp; REVENUE TRENDS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9233" y="547619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1318" y="158396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3"/>
                </a:lnTo>
                <a:lnTo>
                  <a:pt x="0" y="7879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96880"/>
            <a:ext cx="11532618" cy="558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Includes: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Adults vs Children Distribution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Repeat Guest Percentage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Segment Distribution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Guest Size Patterns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Majority of guests are adults.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Repeat guests form a smaller percentage.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 bookings are for couples or small groups.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3119" y="904875"/>
            <a:ext cx="14904545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CUSTOMER DEMOGRAPHICS &amp; SEGMENTATION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1755308" y="5143500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4"/>
                </a:moveTo>
                <a:lnTo>
                  <a:pt x="6532692" y="7879344"/>
                </a:lnTo>
                <a:lnTo>
                  <a:pt x="6532692" y="0"/>
                </a:lnTo>
                <a:lnTo>
                  <a:pt x="0" y="0"/>
                </a:lnTo>
                <a:lnTo>
                  <a:pt x="0" y="7879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0883" y="3844925"/>
            <a:ext cx="14218417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 BI helps visualize and analyze data easily.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Booking trends and revenue patterns can be clearly seen.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behavior and cancellations can be studied.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dashboard provides interactive insights.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04783" y="1900904"/>
            <a:ext cx="11278434" cy="16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sz="9999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CONCLUSION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DAHBog5VGb0</dc:identifier>
  <dcterms:modified xsi:type="dcterms:W3CDTF">2011-08-01T06:04:30Z</dcterms:modified>
  <cp:revision>1</cp:revision>
  <dc:title>Hotel Reservation Data Analysis Using Power BI by Vagisha Sharma </dc:title>
</cp:coreProperties>
</file>